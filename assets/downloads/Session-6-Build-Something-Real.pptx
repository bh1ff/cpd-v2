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Session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Build Something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A8E6"/>
                </a:solidFill>
              </a:defRPr>
            </a:pPr>
            <a:r>
              <a:t>Digital Youth Work CPD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Robocode x 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DISCOVER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0 – 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"What does good digital youth work actually look like?"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You've spent five sessions learning about digital spaces. Now describe what good looks like — not in theory, but from what you've seen and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Best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Everyone writes one sentence: the best digital interaction you've had with a young person (or observed). Read them out. What made it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DISCOVER  •  8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Quality Criteria 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Four criteria on screen: Participation, Safety, Agency, Adaptability. Rank them in order of importance for YOUR group. Show results. Discuss disagreements.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Define Your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Write on a card: Who is this for? (Age, context, needs). What do they actually need? What tool will you use? Keep it specific — 'young people' is not a group.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45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Build It (45 min timer — strict)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Any tool from the course (Kahoot, Padlet, Mentimeter, Google Forms, WhatsApp, Discord)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Build a working activity. Not a plan. Not a presentation. Something another person could actually run right now. Rules: must be functional, must be for your specific group, must be completable. If you're still planning at the 10-minute mark, stop planning and start building.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ACTIVITY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Self-Check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Before peer testing, rate your own activity against the 4 criteria (Participation, Safety, Agency, Adaptability). Score 1-5 each. Write it on a card. Keep it — you'll compare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KEY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Good Looks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Participation — Are young people genuinely engaged or just compliant? Would they choose to do this?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Safety — Built into the design, not just a policy. Works when no facilitator is watching.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Agency — Real choices. Young people can shape the experience, not just consume it.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Adaptability — Works when conditions change. Different group size, different energy, different tech.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•  Common failures: Over-designed (too complex), Under-tested (works in your head only), Built for adults (solves your problem, not theirs).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KEY IDEAS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Failure Mode Bingo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Facilitator describes 6 common failure modes. Participants put a hand up if they think their build might have that problem. It's OK — the point is to catch it now, not after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20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Peer Test — Round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Swap with another pair. They run YOUR activity without your help. You watch silently. They give structured feedback: score each of the 4 criteria 1-5, plus one thing that worked and one thing that didn't.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Iterate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Based on the feedback, fix ONE thing. Write on your iteration log: 'I changed ___ because ___. The feedback said ___.'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Peer Test — Round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Different pair tests your revised activity. Same feedback process. Write the second iteration on your 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DISCUSSION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Compare your self-check scores from earlier with the peer feedback scores. Where were you right? Where were you wrong? What assumption did you have to correct?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</a:defRPr>
            </a:pPr>
            <a:r>
              <a:t>150 – 180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"If the tool changed tomorrow, what standards would still apply?"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AAAAA"/>
                </a:solidFill>
              </a:defRPr>
            </a:pPr>
            <a:r>
              <a:t>Tools will keep changing. The standards you've developed — participation, safety, agency, adaptability — those don't expire.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Lightning 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Each pair: 2 minutes. What you built. What broke. What you fixed. One assumption you had to correct.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Programme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A8E6"/>
                </a:solidFill>
              </a:defRPr>
            </a:pPr>
            <a:r>
              <a:t>Tool: Mentimeter or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Four questions: Most valuable session and why. Biggest shift in your thinking. What you'll do differently from Monday. What should change about this programme for the next group.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A8E6"/>
                </a:solidFill>
              </a:defRPr>
            </a:pPr>
            <a:r>
              <a:t>CLOSING  • 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Write one sentence that captures what you've learnt across all 6 sessions. Read it to the group.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A8E6"/>
                </a:solidFill>
              </a:defRPr>
            </a:pPr>
            <a:r>
              <a:t>YOUR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Deploy your activity with a real group within 4 weeks. Document what happens. Submit a 1-2 page written justification within 2 weeks.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Programme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