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84848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967643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D4DB"/>
                </a:solidFill>
                <a:latin typeface="Calibri"/>
              </a:defRPr>
            </a:pPr>
            <a:r>
              <a:t>Session 1 of 6  ·  Digital Youth Work CPD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What Is Digital Youth 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Practitioners experience digital youth work from a young person's perspective and identify how environment design is practice.</a:t>
            </a:r>
          </a:p>
        </p:txBody>
      </p:sp>
      <p:pic>
        <p:nvPicPr>
          <p:cNvPr id="12" name="Picture 11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846320"/>
            <a:ext cx="1187037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7B7B96"/>
                </a:solidFill>
                <a:latin typeface="Calibri"/>
              </a:defRPr>
            </a:pPr>
            <a:r>
              <a:t>Robocode × 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B61FF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we're here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Practitioners experience digital youth work from a young person's perspective and identify how environment design is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5156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Experience a digital activity as a learner, not a facilitator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Identify how changing one setting changes the whole experience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Distinguish between digitised youth work and digital youth work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Name one design choice that expresses a youth work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0 –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"How does youth work change when young people are online?"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This isn't about technology. It's about whether the things you already do as a youth worker — building trust, giving young people a voice, keeping them safe — work the same way on a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Spectrum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Stand along an imaginary line: one end = 'I use digital tools every day with young people', other end = 'I barely use anything digital'. Look at where everyone is. Brief chat about why.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Quick-Fire Word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Everyone submits 3 words that come to mind when they hear 'digital youth work'. Show the word cloud live on screen. What stands out? What's missing?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Pocket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Everyone opens their phone, names one app they use daily, and says why. What does this tell us about what makes platforms sticky — for us and for young people?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Yes / No / Maybe Corners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Four statements will be read out. Move to the Yes, No, or Maybe corner of the room for each. Keep it quick — don't debate, just move.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D4D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Time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Close your eyes. Picture a 14-year-old from 10 years ago — what was their digital life? Now picture a 14-year-old today. What's changed? Share one thing with a neighbour.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15 –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6 activities in this block: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Play the Quiz (as a young person)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What Just Happened?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Change One Thing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The Anonymous Round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Sticky Note Audit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Second Pass —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Play the Quiz (as a young person)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Kahoot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Join a pre-made Kahoot quiz on your phones. No briefing — just play. Experience the timer, the leaderboard, the music, the pressure. Don't overthink it.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Just Happened?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Sticky notes in two columns on the board: one thing that felt good, one thing that felt bad. Quick show of hands: who felt competitive? Who felt stressed? Who checked out?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Change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Kahoot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pairs, pick ONE setting to change and re-run part of the quiz. Options: remove the timer / hide the leaderboard / enable anonymous answers / team mode / remove the music.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Anonymous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Kahoot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Re-run the quiz with anonymous nicknames (no real names on the leaderboard). Who contributes now who didn't before? Who goes quieter? Share what you noticed.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Sticky Note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 the whiteboard, write each Kahoot setting across the top (timer, leaderboard, music, team mode, anonymous). In pairs, walk up and add a sticky note under each one: 'What this changes for a young person.' Read the wall aloud as a group.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E91E8C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Second Pass — 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Kahoot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Swap roles — the loud ones step back, the quiet ones lead. Change a different setting. What shifts? What's different when the dynamic changes, not just the tool?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ACTIVITY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75 – 95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Digital vs Digitised Youth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Digitised = taking what you already do and putting it on a screen (paper form → Google Form)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Digital = designing an experience that only works because it's online (anonymous polling, real-time collaboration, adaptive difficulty)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The environment IS the practice — every setting (timer, names, chat, scores) is a youth work decision you're making for the young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Digital or Digitised?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8 examples appear on screen one at a time. Vote live: DIGITAL or DIGITISED. See the split. Where the room disagrees, that's the conversation.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KEY IDEAS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Sort Your Own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Two columns on the whiteboard: DIGITISED and DIGITAL. On a sticky note, write one activity you currently run and stick it under the column it fits. Be honest — digitised paper is fine, just name it. Walk the wall.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KEY IDEAS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Values Hidden in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One setting projected on screen (leaderboard, timer, chat off, anonymous). In pairs, write on a sticky note the value that setting expresses. Compare. Same setting, different values? That's the conversation.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KEY IDEAS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One Slide, One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A screenshot of a Kahoot setup screen is projected. In pairs, write one question you'd ask the person who set it up. Read a few aloud — you've just written your own facilitator audit.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KEY IDEAS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95 – 150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B8B8D0"/>
                </a:solidFill>
                <a:latin typeface="Calibri"/>
              </a:defRPr>
            </a:pPr>
            <a:r>
              <a:t>6 activities in this block: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Tool Speed-Date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Design Your Own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Pitch Your Activity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Objection Panel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Mix and Match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 Gallery Walk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Tool Speed-Date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 + Padlet + Kahoot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3-minute rotations. Each table has a different tool open. Try it for 3 minutes, then rotate. At the end, vote: which felt most useful for YOUR group?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Design Your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Paper or Padlet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In pairs, sketch a 10-minute digital activity you could run with your group next week. Use any tool. Keep it simple. Write: What tool? What do participants do? What's the one setting you'd change to make it work for YOUR group?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Pitch Your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Each pair gets 90 seconds to pitch their activity to another pair. No slides, no notes — just speak. The listening pair asks ONE question. Swap.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Objection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One pair presents their design to the room. Others play devil's advocate: 'What if the Wi-Fi dies?' 'What about the quietest young person?' 'What if someone doesn't have a phone?' The presenting pair doesn't need to solve every problem — just acknowledge it.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Mix and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Pairs swap their design with another pair. Add one constraint: no Wi-Fi / one participant is non-verbal / half the group have no phone / there are 25 people not 10. Redesign in 10 minutes.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FFB800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Gallery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Pairs pin their (now-redesigned) activity on the wall or post to a shared Padlet. Everyone walks around, reads them, and leaves one sticky note of feedback on each: 'Have you thought about…'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DISCUSSION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7B7B96"/>
                </a:solidFill>
                <a:latin typeface="Calibri"/>
              </a:defRPr>
            </a:pPr>
            <a:r>
              <a:t>150 – 180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"What practice decision did you just make — without saying a word?"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B8B8D0"/>
                </a:solidFill>
                <a:latin typeface="Calibri"/>
              </a:defRPr>
            </a:pPr>
            <a:r>
              <a:t>Every time you set up a digital space, you're making decisions about who can speak, who can see what, and who has control. Those are youth work decisions, not tech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One Thing I'll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 or sticky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Everyone submits one thing they'll try with their group before the next session. Show results on screen. Photograph the wall.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CLOSING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Commitment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Partner with someone NOT from your organisation. Swap phone numbers. Agree one thing you'll each try and check in in 2 weeks. Put a reminder on your phone now.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CLOSING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🛠  Mentimeter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Three quick prompts on screen: 'One thing I knew before. One thing I know now. One thing I still don't know.' Submit live. Read a few aloud.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CLOSING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Sticky note on the door frame as you leave: one word that captures how you feel about running a digital activity this week. Read them back at the start of Session 2.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55080"/>
            <a:ext cx="118058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Session 1  ·  CLOSING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2286000"/>
          </a:xfrm>
          <a:prstGeom prst="rect">
            <a:avLst/>
          </a:prstGeom>
          <a:solidFill>
            <a:srgbClr val="00D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274320" cy="2286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0D4DB"/>
                </a:solidFill>
                <a:latin typeface="Calibri"/>
              </a:defRPr>
            </a:pPr>
            <a:r>
              <a:t>YOUR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Run one digital activity with your group this week. It doesn't have to be perfect.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E91E8C"/>
                </a:solidFill>
                <a:latin typeface="Calibri"/>
              </a:defRPr>
            </a:pPr>
            <a:r>
              <a:t>See you in Session 2 — Your Values Under Pressure</a:t>
            </a:r>
          </a:p>
        </p:txBody>
      </p:sp>
      <p:pic>
        <p:nvPicPr>
          <p:cNvPr id="8" name="Picture 7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114800"/>
            <a:ext cx="1335417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7B7B96"/>
                </a:solidFill>
                <a:latin typeface="Calibri"/>
              </a:defRPr>
            </a:pPr>
            <a:r>
              <a:t>Robocode × LIA  ·  Digital Youth Work CPD  ·  Session 1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