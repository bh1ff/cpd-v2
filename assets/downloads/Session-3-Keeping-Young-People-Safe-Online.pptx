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</a:defRPr>
            </a:pPr>
            <a:r>
              <a:t>Session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Keeping Young People Safe Online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EA8E6"/>
                </a:solidFill>
              </a:defRPr>
            </a:pPr>
            <a:r>
              <a:t>Digital Youth Work CPD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</a:defRPr>
            </a:pPr>
            <a:r>
              <a:t>Robocode x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E6"/>
                </a:solidFill>
              </a:defRPr>
            </a:pPr>
            <a:r>
              <a:t>DISCOVER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0 –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"What is harm in a digital space — and who is responsible for preventing it?"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AAAAA"/>
                </a:solidFill>
              </a:defRPr>
            </a:pPr>
            <a:r>
              <a:t>Harm online doesn't always look like harm in a room. Sometimes it's invisible. Sometimes the thing designed to keep people safe actually makes things worse.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DISCOVER  •  8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Harm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A8E6"/>
                </a:solidFill>
              </a:defRPr>
            </a:pPr>
            <a:r>
              <a:t>Tool: Sticky notes + whiteboard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Two columns on the board: 'Harm I've seen in person' and 'Harm I've seen online'. Everyone adds 2 sticky notes to each. Group similar ones. What's different about the online column?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DISCOVER  •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Who's Responsible?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A8E6"/>
                </a:solidFill>
              </a:defRPr>
            </a:pPr>
            <a:r>
              <a:t>Tool: Mentimeter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Rank who's most responsible for online safety: The platform? The young person? The parent? The youth worker? The government? Show results. Discuss surprises.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ACTIVITY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Scenario A — Public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A8E6"/>
                </a:solidFill>
              </a:defRPr>
            </a:pPr>
            <a:r>
              <a:t>Tool: Kahoot (live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You're running a live Kahoot quiz with 15 young people. Someone's answers are clearly mocking another participant by using their name as joke answers. Everyone can see. What do you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Read the scenario aloud. Give 2 minutes to think individually.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In small groups: what do you do RIGHT NOW?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Then: what SYSTEM change would prevent this? (e.g. anonymous mode, moderated answers, remove the leaderboard)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Share back. Facilitator notes responses on the 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ACTIVITY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Scenario B — Private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You run a WhatsApp group for your youth club (12 members, all aged 14-16). One member screenshots a personal message from the group and shares it on their Instagram story. A parent calls you, angry.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Same format: think → small group → share back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Extra question: Could you have prevented this through group rules or settings? What settings does WhatsApp even have?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Facilitator: actually open WhatsApp settings on the projector. Show what's available. It's less than people think.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ACTIVITY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Scenario C — Direct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A young person DMs you on Instagram at 10pm: 'I'm worried about my friend. I think they're going to do something stupid tonight.' What do you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Think → small group → share back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Key tension: personal device, outside work hours, direct message. Where are the boundaries?</a:t>
            </a:r>
          </a:p>
          <a:p>
            <a:pPr>
              <a:spcAft>
                <a:spcPts val="600"/>
              </a:spcAft>
              <a:defRPr sz="1600">
                <a:solidFill>
                  <a:srgbClr val="AAAAAA"/>
                </a:solidFill>
              </a:defRPr>
            </a:pPr>
            <a:r>
              <a:t>What does your organisation's policy actually say about this? Does anyone know?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ACTIVITY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System vs Verbal Response Sort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A8E6"/>
                </a:solidFill>
              </a:defRPr>
            </a:pPr>
            <a:r>
              <a:t>Tool: Cards or whiteboard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Facilitator reads out 10 possible responses to the scenarios. Participants sort them into two columns: 'System response' (a setting, permission, or design choice) vs 'Verbal response' (something you'd say or do in person). Which column has more? Which is stronger?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D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E6"/>
                </a:solidFill>
              </a:defRPr>
            </a:pPr>
            <a:r>
              <a:t>KEY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Safeguarding by Design, Not Just by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•  Three contexts = three risk profiles: public (anyone can see), private group (members see), DM (two people only)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•  System-level safeguards: permissions, visibility settings, moderation tools, logging, reporting pathways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•  The over-control trap: locking everything down removes agency and pushes behaviour elsewhere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•  Your legal duties don't disappear because you're online — they apply to all three contexts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KEY IDEAS  • 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Policy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 pairs, pull up your organisation's safeguarding policy (on your phone or from memory). Does it mention digital? Does it cover all three contexts? Most don't. Note what's missing.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DISCUSSION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The Control Slider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A8E6"/>
                </a:solidFill>
              </a:defRPr>
            </a:pPr>
            <a:r>
              <a:t>Tool: Whiteboard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Draw a slider on the board: left = 'Total control (locked down)' / right = 'Total freedom (no rules)'. For each scenario, groups place a marker where they'd set the slider. Discuss: what do you gain at each end? What do you lose?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DISCUSSION  •  25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Write the Missing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 small groups, draft 5 bullet points for a 'Digital Safeguarding' addition to your organisation's policy. Must cover: which platforms you'll use, boundary rules for DMs, what to do outside work hours, who to escalate to, and one system-level safeguard you'll set up by default.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DISCUSSION  • 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Present and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Each group presents their 5 points. Other groups challenge: 'Is that realistic?' 'What if a young person disagrees?' 'Does that protect the young person or the organisation?'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E6"/>
                </a:solidFill>
              </a:defRPr>
            </a:pPr>
            <a: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150 – 180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"Which safeguards protect young people — and which ones just protect organisations?"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AAAAA"/>
                </a:solidFill>
              </a:defRPr>
            </a:pPr>
            <a:r>
              <a:t>Some rules exist to keep young people safe. Others exist so the organisation can say 'we had a policy'. Knowing the difference matters.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CLOSING  • 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Two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Everyone writes two lists: 'Rules that help young people' and 'Rules that just cover the organisation'. Share one from each list. Pin them on the 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A8E6"/>
                </a:solidFill>
              </a:defRPr>
            </a:pPr>
            <a:r>
              <a:t>CLOSING  • 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Exit Ticket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Sticky note: One safeguarding decision you'd make differently now. Hand it 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A8E6"/>
                </a:solidFill>
              </a:defRPr>
            </a:pPr>
            <a:r>
              <a:t>YOUR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Review the safeguarding setup on one digital tool you use with young people. Check: does it cover public, private, and DM contexts?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</a:defRPr>
            </a:pPr>
            <a:r>
              <a:t>Next: Session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