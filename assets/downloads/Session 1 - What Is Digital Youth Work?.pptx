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Session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What Is Digital Youth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A8E6"/>
                </a:solidFill>
              </a:defRPr>
            </a:pPr>
            <a:r>
              <a:t>Digital Youth Work CPD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Robocode x 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0 –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"How does youth work change when young people are online?"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This isn't about technology. It's about whether the things you already do as a youth worker — building trust, giving young people a voice, keeping them safe — work the same way on a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DISCOVER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Spectrum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Stand along an imaginary line: one end = 'I use digital tools every day with young people', other end = 'I barely use anything digital'. Look at where everyone is. Brief chat about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DISCOVER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Quick-Fire Word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Mentimeter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Everyone submits 3 words that come to mind when they hear 'digital youth work'. Show the word cloud live on screen. What stands out? What's missing?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Play the Quiz (As a Young Person)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Kahoot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Join a pre-made Kahoot quiz on your phones. No briefing — just play. Experience the timer, the leaderboard, the music, the pressure. Don't overthink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Facilitator runs a 10-question Kahoot quiz (topic: general knowledge or fun)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Participants play on their phones as if they were young people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No talking — just play the game as it 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Just Happened?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Debrief the experience before changing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Quick show of hands: Who felt competitive? Who felt stressed? Who stopped caring?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On sticky notes, write: one thing that felt good, one thing that felt bad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Stick them on the board in two columns. Read a few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Change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Kahoot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 pairs, pick ONE setting to change and re-run part of the quiz.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Options: remove the timer / hide the leaderboard / make answers anonymous / let people work in teams / remove the music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Each pair picks one change. Facilitator sets up a shorter quiz (5 questions) with that change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</a:defRPr>
            </a:pPr>
            <a:r>
              <a:t>Re-run. What's different? Is it better or worse? For who?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Design Decision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Each pair gets a card to fill in: 'We changed ___ because ___. The effect was ___.' Share back to the group.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KEY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Digital vs Digitised Youth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Digitised = taking what you already do and putting it on a screen (paper form → Google Form)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Digital = designing an experience that only works because it's online (anonymous polling, real-time collaboration, adaptive difficulty)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The environment IS the practice — every setting (timer, names, chat, scores) is a youth work decision you're making for the young person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KEY IDEAS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Sort the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Facilitator reads out 8 examples. Participants hold up a card: 'DIGITISED' or 'DIGITAL'. Discuss any disagreements.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Tool Speed-Date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Mentimeter + Padlet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3-minute rotations. Each table has a different tool open (Kahoot, Mentimeter, Padlet). Try it for 3 minutes, then rotate. At the end, vote: which felt most useful for YOUR group?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Design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Paper or Padlet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 pairs, sketch a 10-minute digital activity you could run with your group next week. Use any tool. Keep it simple. Write down: What tool? What do participants do? What's the one setting you'd change to make it work for YOUR group?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Gallery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Pairs pin their activity plan on the wall (or post to a shared Padlet). Everyone walks around, reads them, and leaves one sticky note of feedback on each: 'Have you thought about...'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150 – 180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"What practice decision did you just make — without saying a word?"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Every time you set up a digital space, you're making decisions about who can speak, who can see what, and who has control. Those are youth work decisions, not tech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One Thing I'll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Mentimeter or sticky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Everyone submits one thing they'll try with their group before the next session. Show results on screen. Photograph the wall.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On a sticky note: One thing you learnt. One thing you'll use. One question you still have. Hand them in on the way 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YOUR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Run one digital activity with your group this week. It doesn't have to be perfect.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Next: Session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