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Session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Your Values Under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A8E6"/>
                </a:solidFill>
              </a:defRPr>
            </a:pPr>
            <a:r>
              <a:t>Digital Youth Work CPD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Robocode x 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0 –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"What do you actually believe about youth work — and does it hold up when things go wrong?"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Everyone has values they say they hold. This session tests whether those values show up in what you actually build and how you react when things don't go to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Values Brainstorm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Submit your top 3 youth work values to a word cloud. What comes up most? What's surprising?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Rank Your 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From the word cloud, pick YOUR top 3 values. Write them on a card in order. Keep the card — you'll need it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Seal Your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Pick ONE value from your card. Write it on a slip of paper. Seal it in an envelope. This is the value you're going to deliberately embed in a digital activity. Don't tell anyone what it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Padlet or Mentimeter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 pairs, design a 10-minute digital activity that embeds your sealed value. Use Padlet (collaborative board) or Mentimeter (polls/Q&amp;A). Your activity must: have clear instructions, be something a young person could actually do, and embed your value in a way that should be observable.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Run It +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Swap with another pair. They run YOUR activity without your help. You sit back and watch. Observers: note down where you think their value shows up. What does the design tell you about what they believe?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Envelope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Open the envelopes. Read the value out loud. Did the observers guess right? Where did the value show up? Where was it missing? Be honest — the gap is where the learning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KEY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Gap Between What We Say and 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Stated values vs observable behaviour — they're often different, and that's normal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Under pressure (disengagement, tech failure, time running out), your real priorities come out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System constraints force trade-offs: you can't have full freedom AND full safety at the same time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The question isn't 'what do I believe?' — it's 'what did I actually build?'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KEY IDEAS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Pressure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Facilitator reads 4 pressure scenarios. For each, participants write which of their top 3 values they'd sacrifice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Value Trade-Off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Each table gets a set of cards with value pairs that can conflict: Safety vs Freedom, Inclusion vs Efficiency, Fun vs Learning, Control vs Agency. Pick one pair. Design a scenario where you HAVE to choose. Present your dilemma to the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Redesign Under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Padlet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Go back to your activity from earlier. Now add a constraint: half the group doesn't have smartphones / one participant has anxiety about being visible / you only have 5 minutes instead of 10. Redesign on Padlet. What did you have to change? What value did you have to compromise?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Fishbowl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4 chairs in the middle. Volunteers sit in them and discuss: 'When is it OK to compromise your values in youth work?' Everyone else listens. Anyone can tap in to replace a chair. Facilitator keeps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150 – 180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"If the platform disappeared tomorrow, what principles would still guide you?"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Tools change. Apps shut down. But the way you think about young people's needs doesn't have to. The principle matters more than the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Principle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Write one sentence: 'Regardless of what tool I use, I will always ___.' Share with the group. Pin them all on a board.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Sticky note: One thing you learnt. One thing you'll change. One question you have.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YOUR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Review one activity you currently run. What values does it express? What values are missing?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Next: Session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